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des Nouvelles Sciences &amp; Ingénierie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Lamidap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Bois &amp; Artisanat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de Projet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Stage Professionnel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8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Analyse, réalisations et perspectives professionnelles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743200" cy="36576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Mimouni Oussama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Jihad Chaker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Septembre 2026  •  Page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Objectifs du Stage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1298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 l’Entreprise &amp; du Projet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2167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3035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Méthodologie, Résultats &amp; Analyses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3035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Compétences &amp; Perspectives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3904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19-23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Stage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institutionnel, mission et objectifs SMART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générale du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91440" cy="3474720"/>
          </a:xfrm>
          <a:prstGeom prst="rect">
            <a:avLst/>
          </a:prstGeom>
          <a:solidFill>
            <a:srgbClr val="FF6A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Contexte institutionnel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réalisé au sein de Lamidap, spécialisée dans la distribution et la vente de matériel et fournitures pour le travail du bois et l’artisanat.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s’inscrit dans le cadre du Projet de Fin d’Études (PFE) pour l’obtention du diplôme d’Ingénieur d’État en Génie Informatique à l’ENSI.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41414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005840"/>
            <a:ext cx="91440" cy="3474720"/>
          </a:xfrm>
          <a:prstGeom prst="rect">
            <a:avLst/>
          </a:prstGeom>
          <a:solidFill>
            <a:srgbClr val="FF6A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Paramètres &amp; thématique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par Oussama Mimouni durant l’année universitaire 2025-2026, avec soutenance programmée en septembre 2026.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Thématique : conception et développement de l’application desktop PyLocalInventory pour centraliser et automatiser les flux opérationnels de Lamidap.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du stagiaire &amp; périmètre de mission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1280160"/>
            <a:ext cx="822960" cy="822960"/>
          </a:xfrm>
          <a:prstGeom prst="ellipse">
            <a:avLst/>
          </a:prstGeom>
          <a:solidFill>
            <a:srgbClr val="FF6A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 et position hiérarchique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Stagiaire Ingénieur Développement rattaché à Lamidap sous l’encadrement professionnel de M. Maroin LAGMICH et pédagogique de Dr. Jihad Chaker (ENSI).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41414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1280160"/>
            <a:ext cx="822960" cy="822960"/>
          </a:xfrm>
          <a:prstGeom prst="ellipse">
            <a:avLst/>
          </a:prstGeom>
          <a:solidFill>
            <a:srgbClr val="8B5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Responsabilités et périmètre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0" y="2834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et implémentation intégrale de PyLocalInventory (Python/PySide6). Architecture hybride (PostgreSQL + cache SQLite), modélisation des données, automatisation facturation/devis HTML, sécurité (Fernet / Bearer Tokens).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SMART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1440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60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850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PyLocalInventory pour automatiser la gestion du stock (bois/artisanat), le suivi des arrivages/importations, les ventes et la traçabilité clients/fournisseurs.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719072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64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655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901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les gels d’interface (0 ms de blocage via cache SQLite/RAM) et automatiser à 100 % l’édition des documents commerciaux personnalisés.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523744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F6A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694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459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706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Exploiter une pile logicielle moderne et éprouvée (Python 3.10+, PySide6, PostgreSQL, SQLite) adaptée à l’infrastructure réseau local de Lamidap.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328416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F6A0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741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5112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 le suivi papier et les tableurs Excel pour éliminer les erreurs de saisie, fiabiliser les stocks et accélérer le traitement des commandes.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9592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133088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FF6A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Finaliser et valider la solution sur le terrain durant l’année académique 2025-2026 en vue de la soutenance en septembre 2026.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travail &amp; ressources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de l’équipe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étroite avec l’encadrant professionnel et prise en compte des besoins de 3 profils utilisateurs finaux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15468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Magasinier / Gestionnaire de stock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65760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Vendeur / Agent commercial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&amp; cadre technique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Langage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377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5800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580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PySide6 (Qt)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3776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93776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SQLite (WAL)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85800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8580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Fernet + Bearer Tokens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37760" y="3383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377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858000" y="3383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85800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Merise (MCD, MLD, MPD)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l’Entreprise &amp; du Projet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de Lamidap et description détaillée du projet PyLocalInventory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et positionnement de l’entreprise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Mission, vision et valeurs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Lamidap assure le négoce et la distribution de matériel de travail du bois et d’articles d’artisanat.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L’entreprise s’engage dans la modernisation de son système d’information pour maintenir sa compétitivité et optimiser ses flux de marchandises.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73152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Activités, marché &amp; concurrence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d’importants volumes d’approvisionnement et de ventes directes.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L’étude comparative démontre qu’une solution sur-mesure (PyLocalInventory) est plus adaptée au budget et à l’usage hors-ligne/réseau local que les ERPs propriétaires (Sage, SAP) ou Open-Source (Dolibarr, Odoo).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22960"/>
            <a:ext cx="4114800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/ Problème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des données (doublons, écarts de stock), dispersion des informations clients/fournisseurs, lenteur de facturation manuelle et absence de synchronisation en réseau local.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/ Priorités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Alignement sur la transformation numérique de Lamidap : centralisation des catalogues, rationalisation des coûts et sécurisation des transactions.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88920"/>
            <a:ext cx="4114800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Positionnement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Client/Serveur hybride garantissant l’instantanéité des affichages via cache local, adaptée aux contraintes réseau et budgétaires.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4141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88920"/>
            <a:ext cx="4114800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stricte des rôles (RBAC), sécurité des accès distants (Bearer Tokens), et délais liés au calendrier du PFE.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détaillée du projet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clés et déroulement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Analyse des besoins et étude comparative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Conception BDD (Merise) et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Développement IHM PySide6 &amp;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Validation et tests de résilience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1430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8B5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Activités &amp; livrables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Application desktop PyLocalInventory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Scripts de base de données PostgreSQL/SQLite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Composant de synchronisation SyncCoordinator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Templates de rapports commerciaux HTML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et jalons clés du projet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14400"/>
            <a:ext cx="2057400" cy="6400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783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des acteurs, analyse de la problématique chez Lamidap, et étude comparative des solutions du marché.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914400"/>
            <a:ext cx="2057400" cy="6400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960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1737360"/>
            <a:ext cx="1783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conceptuelle, logique et physique des données (MCD, MLD, MPD) et définition de l’architecture hybride Client/Serveur.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914400"/>
            <a:ext cx="2057400" cy="6400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960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737360"/>
            <a:ext cx="1783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 GUI sous PySide6, chiffrement Fernet, gestion cache SQLite (WAL) et moteur de synchronisation en arrière-plan.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9144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914400"/>
            <a:ext cx="2057400" cy="640080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960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1737360"/>
            <a:ext cx="1783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performance, validation en environnement réel, rédaction du rapport de PFE et soutenance finale en septembre 2026.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Méthodologie, Résultats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Analyses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Approche, résultats chiffrés et impact opérationnel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méthodologique adoptée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1188720"/>
            <a:ext cx="731520" cy="7315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globale &amp; collecte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Combinaison de la démarche de modélisation Merise et de développements itératifs.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des besoins via des entretiens terrain avec le personnel de Lamidap pour garantir l’adéquation fonctionnelle.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188720"/>
            <a:ext cx="731520" cy="731520"/>
          </a:xfrm>
          <a:prstGeom prst="ellipse">
            <a:avLst/>
          </a:prstGeom>
          <a:solidFill>
            <a:srgbClr val="8B5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d’analyse &amp; priorisation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Priorisation axée sur la réactivité de l’IHM (exécution asynchrone), la sécurité des sessions, et la tolérance aux pannes réseau grâce au mode dégradé temporaire sur cache local.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du problème ou du besoin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et centraliser la gestion manuelle du stock, des achats et des ventes chez Lamidap.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prédominante de méthodes traditionnelles basées sur le suivi papier et des fichiers tableurs décentralisés.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7772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2801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des données, risques élevés de doublons, d’erreurs de saisie et temps perdu lors de l’édition des documents commerciaux.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d’une base de données centralisée et d’une architecture de synchronisation locale adaptée à l’entreprise.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889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l’application desktop sur-mesure PyLocalInventory avec Python, PySide6, PostgreSQL et un cache SQLite.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7889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Numérisation complète des processus pour garantir la fiabilité, la sécurité des accès et la réactivité de l’interface.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KPI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opérationnelle obtenue grâce au déploiement de PyLocalInventory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Centralisation des données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clients &amp; fournisseurs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14600" y="109728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sec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2651760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 d’interface grâce 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local SQLite + async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09160" y="109728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060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4846320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devis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factures HTML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903720" y="109728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801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7040880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des délais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(objectif 90%)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" y="374904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141414"/>
          </a:solidFill>
          <a:ln/>
        </p:spPr>
      </p:sp>
      <p:sp>
        <p:nvSpPr>
          <p:cNvPr id="23" name="Text 17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temps mesuré : passage de ~0 % à 18 % d’efficacité opérationnelle sur les tâches de saisie et d’édition documentaire. Les indicateurs confirment l’atteinte des objectifs SMART fixés en amont.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et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dispersés, peu formalisés et dépendants des pratiques individuelles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cibles structurés, normalisés et documentés avec contrôles automatisés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hétérogènes (fichiers tableurs) entraînant doublons et pertes d’informations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unifiée (PySide6 / PostgreSQL) avec automatisation et cache local SQLite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Décalages réguliers entre stock théorique et réel, délais imprévisibles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08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stables, réduction des erreurs et meilleure traçabilité des opérations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 de temps opérationnel et satisfaction client inégale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8862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Amélioration de la collaboration interne, fiabilité perçue accrue et suivi rigoureux des KPI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 &amp; solutions apportées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54864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difficultés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Fluidité IHM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Prévenir le gel de l’interface lors du chargement de données volumineuses sur le réseau local.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les interruptions réseau sans perte de cohérence entre SQLite local et PostgreSQL.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Chiffrer les identifiants locaux et sécuriser les requêtes HTTP JSON-RPC.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41414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822960"/>
            <a:ext cx="4114800" cy="548640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mises en œuvre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hybride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SyncCoordinator en arrière-plan avec mode WAL de SQLite pour fluidité maximale.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par deltas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Curseurs de séquence (last_seq) pour ne transférer que les modifications.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PasswordManager (Fernet) + jetons de session Bearer pour sécuriser les accès.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Compétences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Perspectives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Acquis, autoévaluation et perspectives professionnelles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développées pendant le stage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de Python, PySide6 (Qt), PostgreSQL, SQLite, modélisation Merise (MCD, MLD, MPD) et architecture Client/Serveur.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7772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1051560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30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Transversales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6916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projet informatique, autonomie dans la résolution de problèmes complexes et communication avec l’équipe.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0040" y="27889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Correspondance formation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" y="37033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pratique directe du cursus d’Ingénieur en Génie Informatique à l’ENSI (conception, sécurité, BDD).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09160" y="27889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/>
        </p:spPr>
      </p:sp>
      <p:sp>
        <p:nvSpPr>
          <p:cNvPr id="21" name="Shape 16"/>
          <p:cNvSpPr/>
          <p:nvPr/>
        </p:nvSpPr>
        <p:spPr>
          <a:xfrm>
            <a:off x="4937760" y="3063240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937760" y="37033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marquée sur le développement d’architectures logicielles résilientes et la gestion du multi-threading.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personnel du stage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91440" cy="8686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Apports professionnels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Immersion complète dans un environnement réel de PME. Compréhension fine des contraintes métier (stock, facturation, traçabilité) et de la nécessité d’une solution pragmatique plutôt qu’un ERP lourd.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828800"/>
            <a:ext cx="91440" cy="8686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 technique, capacité à concevoir une architecture hybride résiliente, et livraison d’une application opérationnelle validée sur le terrain chez Lamidap.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88920"/>
            <a:ext cx="91440" cy="8686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d’amélioration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Approfondir les aspects DevOps (déploiement, monitoring) et renforcer les tests automatisés pour atteindre une couverture encore plus robuste.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749040"/>
            <a:ext cx="91440" cy="8686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ajoutée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concrète à la digitalisation de Lamidap : réduction des erreurs, accélération des processus et base solide pour de futures évolutions (mobile, multi-sites).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&amp; suites possibles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fonctionnelle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reporting avancé, tableaux de bord analytiques et export comptable automatisé.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43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521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multi-sites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de l’architecture pour supporter plusieurs magasins avec synchronisation centralisée.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mobile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compagnon Android/iOS pour les inventaires et les prises de commande en mobilité.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521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cloud optionnelle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Possibilité d’un mode hybride cloud pour les utilisateurs distants tout en conservant le mode offline local.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Remerciements &amp;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stage a constitué une expérience formatrice et concrète, permettant de transformer un besoin métier réel en une solution logicielle opérationnelle. L’application PyLocalInventory répond aux objectifs fixés et apporte une valeur mesurable à Lamidap.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tiens à remercier chaleureusement M. Maroin LAGMICH pour son encadrement professionnel, Dr. Jihad Chaker pour le suivi pédagogique, ainsi que l’ensemble de l’équipe de Lamidap pour leur disponibilité et leur confiance.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Mimouni Oussama  •  ENSI  •  Septembre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Projet de Stage Professionnel - PyLocalInventory</dc:title>
  <dc:subject>PFE - ENSI / Lamidap</dc:subject>
  <dc:creator>Mimouni Oussama</dc:creator>
  <cp:lastModifiedBy>Mimouni Oussama</cp:lastModifiedBy>
  <cp:revision>1</cp:revision>
  <dcterms:created xsi:type="dcterms:W3CDTF">2026-09-10T19:01:18Z</dcterms:created>
  <dcterms:modified xsi:type="dcterms:W3CDTF">2026-09-10T19:01:18Z</dcterms:modified>
</cp:coreProperties>
</file>